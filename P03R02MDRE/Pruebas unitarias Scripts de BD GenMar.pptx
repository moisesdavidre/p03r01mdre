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92" r:id="rId5"/>
    <p:sldId id="299" r:id="rId6"/>
    <p:sldId id="297" r:id="rId7"/>
    <p:sldId id="261" r:id="rId8"/>
    <p:sldId id="298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5" r:id="rId21"/>
    <p:sldId id="316" r:id="rId22"/>
    <p:sldId id="317" r:id="rId23"/>
    <p:sldId id="312" r:id="rId24"/>
    <p:sldId id="313" r:id="rId25"/>
    <p:sldId id="31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47" d="100"/>
          <a:sy n="47" d="100"/>
        </p:scale>
        <p:origin x="163" y="43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sés David Ramón Esteban" userId="ac0c1acafc998c49" providerId="LiveId" clId="{953FD363-3017-413F-A245-55081A0E4319}"/>
    <pc:docChg chg="custSel addSld modSld sldOrd">
      <pc:chgData name="Moisés David Ramón Esteban" userId="ac0c1acafc998c49" providerId="LiveId" clId="{953FD363-3017-413F-A245-55081A0E4319}" dt="2026-03-23T19:27:31.413" v="95" actId="1076"/>
      <pc:docMkLst>
        <pc:docMk/>
      </pc:docMkLst>
      <pc:sldChg chg="addSp delSp modSp mod">
        <pc:chgData name="Moisés David Ramón Esteban" userId="ac0c1acafc998c49" providerId="LiveId" clId="{953FD363-3017-413F-A245-55081A0E4319}" dt="2026-03-23T18:49:29.208" v="14" actId="1076"/>
        <pc:sldMkLst>
          <pc:docMk/>
          <pc:sldMk cId="3530111904" sldId="297"/>
        </pc:sldMkLst>
        <pc:picChg chg="add mod">
          <ac:chgData name="Moisés David Ramón Esteban" userId="ac0c1acafc998c49" providerId="LiveId" clId="{953FD363-3017-413F-A245-55081A0E4319}" dt="2026-03-23T18:48:54.152" v="7" actId="1076"/>
          <ac:picMkLst>
            <pc:docMk/>
            <pc:sldMk cId="3530111904" sldId="297"/>
            <ac:picMk id="4" creationId="{151A4A2D-B6EF-CE60-2832-964F97918B88}"/>
          </ac:picMkLst>
        </pc:picChg>
        <pc:picChg chg="add mod">
          <ac:chgData name="Moisés David Ramón Esteban" userId="ac0c1acafc998c49" providerId="LiveId" clId="{953FD363-3017-413F-A245-55081A0E4319}" dt="2026-03-23T18:49:29.208" v="14" actId="1076"/>
          <ac:picMkLst>
            <pc:docMk/>
            <pc:sldMk cId="3530111904" sldId="297"/>
            <ac:picMk id="6" creationId="{FF3D895C-07B8-EAB0-EBC3-8DFB5672D61D}"/>
          </ac:picMkLst>
        </pc:picChg>
        <pc:picChg chg="del">
          <ac:chgData name="Moisés David Ramón Esteban" userId="ac0c1acafc998c49" providerId="LiveId" clId="{953FD363-3017-413F-A245-55081A0E4319}" dt="2026-03-23T18:48:26.937" v="0" actId="478"/>
          <ac:picMkLst>
            <pc:docMk/>
            <pc:sldMk cId="3530111904" sldId="297"/>
            <ac:picMk id="11" creationId="{70C69E9F-F4AF-7DA8-B7E9-D3298C47EC8C}"/>
          </ac:picMkLst>
        </pc:picChg>
        <pc:picChg chg="del">
          <ac:chgData name="Moisés David Ramón Esteban" userId="ac0c1acafc998c49" providerId="LiveId" clId="{953FD363-3017-413F-A245-55081A0E4319}" dt="2026-03-23T18:49:18.134" v="8" actId="478"/>
          <ac:picMkLst>
            <pc:docMk/>
            <pc:sldMk cId="3530111904" sldId="297"/>
            <ac:picMk id="13" creationId="{447FA92A-B663-84F5-FB1F-702871295EBB}"/>
          </ac:picMkLst>
        </pc:picChg>
      </pc:sldChg>
      <pc:sldChg chg="addSp delSp modSp add mod ord">
        <pc:chgData name="Moisés David Ramón Esteban" userId="ac0c1acafc998c49" providerId="LiveId" clId="{953FD363-3017-413F-A245-55081A0E4319}" dt="2026-03-23T19:23:05.250" v="48" actId="20577"/>
        <pc:sldMkLst>
          <pc:docMk/>
          <pc:sldMk cId="1246703783" sldId="315"/>
        </pc:sldMkLst>
        <pc:spChg chg="mod">
          <ac:chgData name="Moisés David Ramón Esteban" userId="ac0c1acafc998c49" providerId="LiveId" clId="{953FD363-3017-413F-A245-55081A0E4319}" dt="2026-03-23T19:22:51.935" v="28" actId="20577"/>
          <ac:spMkLst>
            <pc:docMk/>
            <pc:sldMk cId="1246703783" sldId="315"/>
            <ac:spMk id="2" creationId="{A735D52E-9CF7-895A-001B-7606229D59DD}"/>
          </ac:spMkLst>
        </pc:spChg>
        <pc:spChg chg="mod">
          <ac:chgData name="Moisés David Ramón Esteban" userId="ac0c1acafc998c49" providerId="LiveId" clId="{953FD363-3017-413F-A245-55081A0E4319}" dt="2026-03-23T19:23:05.250" v="48" actId="20577"/>
          <ac:spMkLst>
            <pc:docMk/>
            <pc:sldMk cId="1246703783" sldId="315"/>
            <ac:spMk id="10" creationId="{01B634C6-0887-FC22-EDF8-36911DDB90BB}"/>
          </ac:spMkLst>
        </pc:spChg>
        <pc:picChg chg="add mod">
          <ac:chgData name="Moisés David Ramón Esteban" userId="ac0c1acafc998c49" providerId="LiveId" clId="{953FD363-3017-413F-A245-55081A0E4319}" dt="2026-03-23T19:23:00.187" v="32" actId="14100"/>
          <ac:picMkLst>
            <pc:docMk/>
            <pc:sldMk cId="1246703783" sldId="315"/>
            <ac:picMk id="4" creationId="{FA8CA631-9776-9433-9EDA-30B049678E12}"/>
          </ac:picMkLst>
        </pc:picChg>
        <pc:picChg chg="del">
          <ac:chgData name="Moisés David Ramón Esteban" userId="ac0c1acafc998c49" providerId="LiveId" clId="{953FD363-3017-413F-A245-55081A0E4319}" dt="2026-03-23T19:22:55.470" v="30" actId="478"/>
          <ac:picMkLst>
            <pc:docMk/>
            <pc:sldMk cId="1246703783" sldId="315"/>
            <ac:picMk id="5" creationId="{D8940D26-E770-3AD7-24A4-D75F6DCE9D9A}"/>
          </ac:picMkLst>
        </pc:picChg>
      </pc:sldChg>
      <pc:sldChg chg="addSp delSp modSp add mod">
        <pc:chgData name="Moisés David Ramón Esteban" userId="ac0c1acafc998c49" providerId="LiveId" clId="{953FD363-3017-413F-A245-55081A0E4319}" dt="2026-03-23T19:27:06.040" v="81" actId="27636"/>
        <pc:sldMkLst>
          <pc:docMk/>
          <pc:sldMk cId="1542170397" sldId="316"/>
        </pc:sldMkLst>
        <pc:spChg chg="del">
          <ac:chgData name="Moisés David Ramón Esteban" userId="ac0c1acafc998c49" providerId="LiveId" clId="{953FD363-3017-413F-A245-55081A0E4319}" dt="2026-03-23T19:23:14.441" v="51" actId="478"/>
          <ac:spMkLst>
            <pc:docMk/>
            <pc:sldMk cId="1542170397" sldId="316"/>
            <ac:spMk id="2" creationId="{2B2D9D67-A776-ED17-7260-9129B8323E57}"/>
          </ac:spMkLst>
        </pc:spChg>
        <pc:spChg chg="add del mod">
          <ac:chgData name="Moisés David Ramón Esteban" userId="ac0c1acafc998c49" providerId="LiveId" clId="{953FD363-3017-413F-A245-55081A0E4319}" dt="2026-03-23T19:23:16.600" v="52" actId="478"/>
          <ac:spMkLst>
            <pc:docMk/>
            <pc:sldMk cId="1542170397" sldId="316"/>
            <ac:spMk id="5" creationId="{799896FB-1D7C-2057-E8F3-FCA2ED1D5BA4}"/>
          </ac:spMkLst>
        </pc:spChg>
        <pc:spChg chg="mod">
          <ac:chgData name="Moisés David Ramón Esteban" userId="ac0c1acafc998c49" providerId="LiveId" clId="{953FD363-3017-413F-A245-55081A0E4319}" dt="2026-03-23T19:27:06.040" v="81" actId="27636"/>
          <ac:spMkLst>
            <pc:docMk/>
            <pc:sldMk cId="1542170397" sldId="316"/>
            <ac:spMk id="10" creationId="{AF0B471E-DC9E-8941-DE10-F3443731220A}"/>
          </ac:spMkLst>
        </pc:spChg>
        <pc:picChg chg="del">
          <ac:chgData name="Moisés David Ramón Esteban" userId="ac0c1acafc998c49" providerId="LiveId" clId="{953FD363-3017-413F-A245-55081A0E4319}" dt="2026-03-23T19:23:11.338" v="50" actId="478"/>
          <ac:picMkLst>
            <pc:docMk/>
            <pc:sldMk cId="1542170397" sldId="316"/>
            <ac:picMk id="4" creationId="{E7657EB7-115F-751A-0474-09B20E8F4356}"/>
          </ac:picMkLst>
        </pc:picChg>
        <pc:picChg chg="add mod">
          <ac:chgData name="Moisés David Ramón Esteban" userId="ac0c1acafc998c49" providerId="LiveId" clId="{953FD363-3017-413F-A245-55081A0E4319}" dt="2026-03-23T19:26:45.501" v="58" actId="1076"/>
          <ac:picMkLst>
            <pc:docMk/>
            <pc:sldMk cId="1542170397" sldId="316"/>
            <ac:picMk id="7" creationId="{93DA4F59-727C-CB1E-3D2E-9D7CF908A70A}"/>
          </ac:picMkLst>
        </pc:picChg>
      </pc:sldChg>
      <pc:sldChg chg="addSp delSp modSp add mod">
        <pc:chgData name="Moisés David Ramón Esteban" userId="ac0c1acafc998c49" providerId="LiveId" clId="{953FD363-3017-413F-A245-55081A0E4319}" dt="2026-03-23T19:27:31.413" v="95" actId="1076"/>
        <pc:sldMkLst>
          <pc:docMk/>
          <pc:sldMk cId="3225857863" sldId="317"/>
        </pc:sldMkLst>
        <pc:spChg chg="mod">
          <ac:chgData name="Moisés David Ramón Esteban" userId="ac0c1acafc998c49" providerId="LiveId" clId="{953FD363-3017-413F-A245-55081A0E4319}" dt="2026-03-23T19:27:31.413" v="95" actId="1076"/>
          <ac:spMkLst>
            <pc:docMk/>
            <pc:sldMk cId="3225857863" sldId="317"/>
            <ac:spMk id="10" creationId="{2C745F98-3097-FA3D-8D2F-B622BF018106}"/>
          </ac:spMkLst>
        </pc:spChg>
        <pc:picChg chg="add mod">
          <ac:chgData name="Moisés David Ramón Esteban" userId="ac0c1acafc998c49" providerId="LiveId" clId="{953FD363-3017-413F-A245-55081A0E4319}" dt="2026-03-23T19:27:20.708" v="85" actId="1076"/>
          <ac:picMkLst>
            <pc:docMk/>
            <pc:sldMk cId="3225857863" sldId="317"/>
            <ac:picMk id="3" creationId="{AF4EF1FB-AFBC-A815-AE9C-95E584486DBA}"/>
          </ac:picMkLst>
        </pc:picChg>
        <pc:picChg chg="del">
          <ac:chgData name="Moisés David Ramón Esteban" userId="ac0c1acafc998c49" providerId="LiveId" clId="{953FD363-3017-413F-A245-55081A0E4319}" dt="2026-03-23T19:26:50.823" v="60" actId="478"/>
          <ac:picMkLst>
            <pc:docMk/>
            <pc:sldMk cId="3225857863" sldId="317"/>
            <ac:picMk id="7" creationId="{A8230236-2945-BEF1-9380-4A0E795C364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>
            <a:normAutofit/>
          </a:bodyPr>
          <a:lstStyle/>
          <a:p>
            <a:r>
              <a:rPr lang="en-US" altLang="zh-CN" dirty="0" err="1"/>
              <a:t>Pruebas</a:t>
            </a:r>
            <a:r>
              <a:rPr lang="en-US" altLang="zh-CN" dirty="0"/>
              <a:t> </a:t>
            </a:r>
            <a:r>
              <a:rPr lang="en-US" altLang="zh-CN" dirty="0" err="1"/>
              <a:t>unitarias</a:t>
            </a:r>
            <a:r>
              <a:rPr lang="en-US" altLang="zh-CN" dirty="0"/>
              <a:t> Scripts de BD </a:t>
            </a:r>
            <a:r>
              <a:rPr lang="en-US" altLang="zh-CN" dirty="0" err="1"/>
              <a:t>GenMar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P03R01MDRE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1725" cy="1314450"/>
          </a:xfrm>
        </p:spPr>
        <p:txBody>
          <a:bodyPr>
            <a:normAutofit/>
          </a:bodyPr>
          <a:lstStyle/>
          <a:p>
            <a:r>
              <a:rPr lang="en-US" dirty="0"/>
              <a:t>Moisés David Ramón Esteban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9052A1-7D0D-9FCD-8F23-ECB89BA0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5316476"/>
            <a:ext cx="4149213" cy="1084006"/>
          </a:xfrm>
        </p:spPr>
        <p:txBody>
          <a:bodyPr/>
          <a:lstStyle/>
          <a:p>
            <a:r>
              <a:rPr lang="es-MX" dirty="0"/>
              <a:t>Creación de Base de Datos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1B63A3-BA48-5A3A-49A0-55A6B663E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51" y="457518"/>
            <a:ext cx="10183646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3557"/>
            <a:ext cx="4320791" cy="676656"/>
          </a:xfrm>
        </p:spPr>
        <p:txBody>
          <a:bodyPr lIns="0" anchor="b" anchorCtr="0">
            <a:normAutofit/>
          </a:bodyPr>
          <a:lstStyle/>
          <a:p>
            <a:r>
              <a:rPr lang="en-US" dirty="0" err="1"/>
              <a:t>Creación</a:t>
            </a:r>
            <a:r>
              <a:rPr lang="en-US" dirty="0"/>
              <a:t> de </a:t>
            </a:r>
            <a:r>
              <a:rPr lang="en-US" dirty="0" err="1"/>
              <a:t>tablas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F1C551A-B7AA-EFC7-3656-85B08A26CC6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3</a:t>
            </a:fld>
            <a:endParaRPr lang="en-US" altLang="zh-CN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B42E32-2321-B44A-B12F-C12EEE1A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87" y="1000213"/>
            <a:ext cx="3663029" cy="30123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4204DB-4795-8E81-D6C5-C511A778A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050" y="3908593"/>
            <a:ext cx="4170438" cy="2922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1A4A2D-B6EF-CE60-2832-964F97918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987" y="4159045"/>
            <a:ext cx="3882060" cy="2580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D895C-07B8-EAB0-EBC3-8DFB5672D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554" y="661885"/>
            <a:ext cx="4968459" cy="311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749808"/>
            <a:ext cx="3230880" cy="510032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Carga </a:t>
            </a:r>
            <a:r>
              <a:rPr lang="en-US" dirty="0" err="1"/>
              <a:t>inicial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8B7E92-96A8-B87B-9AAD-2C69462E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0" y="1967209"/>
            <a:ext cx="10699251" cy="37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 Para </a:t>
            </a:r>
            <a:r>
              <a:rPr lang="en-US" dirty="0" err="1"/>
              <a:t>Tabla</a:t>
            </a:r>
            <a:r>
              <a:rPr lang="en-US" dirty="0"/>
              <a:t> </a:t>
            </a:r>
            <a:r>
              <a:rPr lang="en-US" dirty="0" err="1"/>
              <a:t>Choferes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69040A-BFAF-45C7-10D5-62C2002E9E20}"/>
              </a:ext>
            </a:extLst>
          </p:cNvPr>
          <p:cNvSpPr txBox="1">
            <a:spLocks/>
          </p:cNvSpPr>
          <p:nvPr/>
        </p:nvSpPr>
        <p:spPr>
          <a:xfrm>
            <a:off x="4465320" y="5801360"/>
            <a:ext cx="270764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ListarChoferesSP</a:t>
            </a:r>
            <a:endParaRPr lang="en-US" sz="3200" kern="1200" baseline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2945D3-DB8B-822F-62EB-32D57F27B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662"/>
          <a:stretch>
            <a:fillRect/>
          </a:stretch>
        </p:blipFill>
        <p:spPr>
          <a:xfrm>
            <a:off x="3210560" y="852730"/>
            <a:ext cx="4886960" cy="4745430"/>
          </a:xfrm>
          <a:prstGeom prst="rect">
            <a:avLst/>
          </a:prstGeom>
          <a:noFill/>
        </p:spPr>
      </p:pic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F6DFC405-271E-FD29-7745-14E7098D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35A1F90C-C120-5EE9-CBD5-2FBD36F3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817F3-D93D-DEC6-B87D-A66D3058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E996A34-8D52-81F1-5AE9-2327EB933E27}"/>
              </a:ext>
            </a:extLst>
          </p:cNvPr>
          <p:cNvSpPr txBox="1">
            <a:spLocks/>
          </p:cNvSpPr>
          <p:nvPr/>
        </p:nvSpPr>
        <p:spPr>
          <a:xfrm>
            <a:off x="4828539" y="5629590"/>
            <a:ext cx="253492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InsertarChoferSP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5BBB6206-29A2-4EAD-3B50-36266579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A1719983-3F35-C994-65CF-6979C6C4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6</a:t>
            </a:fld>
            <a:endParaRPr lang="en-US" altLang="zh-CN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3A916-2A71-592B-84C7-3736BB233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75" y="598490"/>
            <a:ext cx="10612849" cy="448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9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5A21-95AC-4161-D290-4BEFF52C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1058132-B454-BDCF-B9AB-7F665F2C96A0}"/>
              </a:ext>
            </a:extLst>
          </p:cNvPr>
          <p:cNvSpPr txBox="1">
            <a:spLocks/>
          </p:cNvSpPr>
          <p:nvPr/>
        </p:nvSpPr>
        <p:spPr>
          <a:xfrm>
            <a:off x="4828540" y="622808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ActualizarChoferesSP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27158C62-265C-0F27-4F98-1695D3BE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2C873D37-6149-23BA-9FDF-759E27F3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7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3B576-335A-097C-EE49-CD204F472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669" y="264160"/>
            <a:ext cx="4404661" cy="564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4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582F-A56E-FE96-0421-4A493115D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1A80DD-30F0-52D7-AC3F-8B55AD45D933}"/>
              </a:ext>
            </a:extLst>
          </p:cNvPr>
          <p:cNvSpPr txBox="1">
            <a:spLocks/>
          </p:cNvSpPr>
          <p:nvPr/>
        </p:nvSpPr>
        <p:spPr>
          <a:xfrm>
            <a:off x="4828540" y="483616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EliminarChoferesSP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72FC779D-A642-3BBE-1E05-DA15CF5D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F969C150-EE0B-FB0B-B808-05EB1988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8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927F9-02A6-95D4-AAC3-4107FA90C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717" y="756031"/>
            <a:ext cx="6239746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1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94F9-FA22-7E82-F3BE-BB3954E1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0B9A-2D0A-D72F-5E5D-6F02671D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 Para </a:t>
            </a:r>
            <a:r>
              <a:rPr lang="en-US" dirty="0" err="1"/>
              <a:t>Tabla</a:t>
            </a:r>
            <a:r>
              <a:rPr lang="en-US" dirty="0"/>
              <a:t> </a:t>
            </a:r>
            <a:r>
              <a:rPr lang="en-US" dirty="0" err="1"/>
              <a:t>Camiones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BA5ADE9-D212-679F-CEF7-99A8A1356E9A}"/>
              </a:ext>
            </a:extLst>
          </p:cNvPr>
          <p:cNvSpPr txBox="1">
            <a:spLocks/>
          </p:cNvSpPr>
          <p:nvPr/>
        </p:nvSpPr>
        <p:spPr>
          <a:xfrm>
            <a:off x="4465320" y="5801360"/>
            <a:ext cx="270764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ListarCamionesSP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D8A2AEC4-767E-D89F-4E6E-C1AD68E4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284952F5-2C35-B9A3-2520-1E1DC2F2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9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2A86C-2FAB-62FD-1462-A3535956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452" y="1413208"/>
            <a:ext cx="520137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0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98A8-F99B-6F31-DC4F-9B40AAD7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5FA63E6-9E75-8474-FD70-1B60B7C85E83}"/>
              </a:ext>
            </a:extLst>
          </p:cNvPr>
          <p:cNvSpPr txBox="1">
            <a:spLocks/>
          </p:cNvSpPr>
          <p:nvPr/>
        </p:nvSpPr>
        <p:spPr>
          <a:xfrm>
            <a:off x="4706620" y="528320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InsertarCamionesSP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FF5777D-2D03-2D80-DE44-75652019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5BFFE82A-6BF1-3489-FD83-83040627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10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E640A-3D63-267C-D7E7-A77B4B756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44" y="477341"/>
            <a:ext cx="9242891" cy="435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1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20E6-05AF-3840-A0B8-5C38EE8F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78D21A0-C8ED-7FAA-A6E0-9AAA654947C7}"/>
              </a:ext>
            </a:extLst>
          </p:cNvPr>
          <p:cNvSpPr txBox="1">
            <a:spLocks/>
          </p:cNvSpPr>
          <p:nvPr/>
        </p:nvSpPr>
        <p:spPr>
          <a:xfrm>
            <a:off x="4643152" y="6400482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ActualizarCamionesSP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B6E41A50-07B2-5302-8118-729B0BD0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847805F4-48CA-554A-7C7E-E9CB4228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11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55296-912A-6289-814C-6EB60F24A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016" y="150308"/>
            <a:ext cx="4698304" cy="61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68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D4131-6AC2-7940-7260-1B013EAA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F76DB17-3887-336D-5AC5-0C2949F8A564}"/>
              </a:ext>
            </a:extLst>
          </p:cNvPr>
          <p:cNvSpPr txBox="1">
            <a:spLocks/>
          </p:cNvSpPr>
          <p:nvPr/>
        </p:nvSpPr>
        <p:spPr>
          <a:xfrm>
            <a:off x="4592352" y="5039042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EliminarCamionesSP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C32D49D-9DAD-C5CC-A562-469E6007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63C36BA1-7647-B466-235E-8BDED564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12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6C493-96F9-3DC3-980B-F4D75977C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732" y="959864"/>
            <a:ext cx="624927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5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05B1-7996-B278-83F7-2A6451F4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31A8-80EE-0440-B959-02E3F0C3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 Para </a:t>
            </a:r>
            <a:r>
              <a:rPr lang="en-US" dirty="0" err="1"/>
              <a:t>Tabla</a:t>
            </a:r>
            <a:r>
              <a:rPr lang="en-US" dirty="0"/>
              <a:t> Rutas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2DC958-4DB1-B201-B0D7-7529D73B2928}"/>
              </a:ext>
            </a:extLst>
          </p:cNvPr>
          <p:cNvSpPr txBox="1">
            <a:spLocks/>
          </p:cNvSpPr>
          <p:nvPr/>
        </p:nvSpPr>
        <p:spPr>
          <a:xfrm>
            <a:off x="4742180" y="5780404"/>
            <a:ext cx="270764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ListarRutasSP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1988067-010D-861E-C410-AA06D9F9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63DC600E-BD90-9127-BF9B-C4667E5F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13</a:t>
            </a:fld>
            <a:endParaRPr lang="en-US" altLang="zh-CN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52364-A2E8-28A1-449B-E716B669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40" y="1262436"/>
            <a:ext cx="5115639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5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1821-C003-8A42-AE4C-FBBA2E3C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8472F3-EF1D-13C0-AE54-879117CE6435}"/>
              </a:ext>
            </a:extLst>
          </p:cNvPr>
          <p:cNvSpPr txBox="1">
            <a:spLocks/>
          </p:cNvSpPr>
          <p:nvPr/>
        </p:nvSpPr>
        <p:spPr>
          <a:xfrm>
            <a:off x="4706620" y="528320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InsertarRutasSP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B3B2DB6B-A9FF-3A18-3962-FAB18486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8BB37347-2E7C-0AA1-5132-E730F51A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14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0FF79-403E-7800-7526-45C834455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31" y="542294"/>
            <a:ext cx="9897630" cy="447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43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44E9-B7BF-0DD8-D53B-93072100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6F772A1-318A-03C1-EB3F-418872E418ED}"/>
              </a:ext>
            </a:extLst>
          </p:cNvPr>
          <p:cNvSpPr txBox="1">
            <a:spLocks/>
          </p:cNvSpPr>
          <p:nvPr/>
        </p:nvSpPr>
        <p:spPr>
          <a:xfrm>
            <a:off x="4622832" y="5749924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ActualizarRutasSP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86A92CD-BF9E-D6C3-FDBC-C3A0C681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C9CEC95F-7240-37EF-47AC-F33A0B9C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15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79465-987B-23A9-B6AA-9D01B9134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781" y="223520"/>
            <a:ext cx="3842437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8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566F-27E5-697D-3C9A-DDE81846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C9EB6B0-DCFB-48CD-D3FF-835A346C24FA}"/>
              </a:ext>
            </a:extLst>
          </p:cNvPr>
          <p:cNvSpPr txBox="1">
            <a:spLocks/>
          </p:cNvSpPr>
          <p:nvPr/>
        </p:nvSpPr>
        <p:spPr>
          <a:xfrm>
            <a:off x="4592352" y="5039042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EliminarRutasSP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680F15AB-04E8-19F3-87E6-31068F0D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C28BD77D-A4DC-3BD9-DDF2-315EEEE1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16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639B5D-D1CB-6AAB-2C94-60FCA621E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64" y="844609"/>
            <a:ext cx="5706271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93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7ACAD-2817-0C17-9CA3-2E055D9F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D52E-9CF7-895A-001B-7606229D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 </a:t>
            </a:r>
            <a:r>
              <a:rPr lang="en-US" dirty="0" err="1"/>
              <a:t>Adicionales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B634C6-0887-FC22-EDF8-36911DDB90BB}"/>
              </a:ext>
            </a:extLst>
          </p:cNvPr>
          <p:cNvSpPr txBox="1">
            <a:spLocks/>
          </p:cNvSpPr>
          <p:nvPr/>
        </p:nvSpPr>
        <p:spPr>
          <a:xfrm>
            <a:off x="4742180" y="5780404"/>
            <a:ext cx="270764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Existe_Matricula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FF0D8B89-FE8C-039C-4B38-4B529F6D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C71680F4-E755-E493-2CEC-E4FD935E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17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CA631-9776-9433-9EDA-30B049678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122" y="1026786"/>
            <a:ext cx="6502577" cy="416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03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DE6FA-9118-C372-20E6-24F7D1BD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F0B471E-DC9E-8941-DE10-F3443731220A}"/>
              </a:ext>
            </a:extLst>
          </p:cNvPr>
          <p:cNvSpPr txBox="1">
            <a:spLocks/>
          </p:cNvSpPr>
          <p:nvPr/>
        </p:nvSpPr>
        <p:spPr>
          <a:xfrm>
            <a:off x="4742179" y="5780404"/>
            <a:ext cx="3164691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Obtener_</a:t>
            </a:r>
            <a:r>
              <a:rPr lang="en-US" sz="3200" baseline="6000" dirty="0" err="1"/>
              <a:t>Camion_ID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C59511B-95F1-7164-883F-CE51FF6D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AA538004-B481-5396-3612-7D6CC9EA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18</a:t>
            </a:fld>
            <a:endParaRPr lang="en-US" altLang="zh-CN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A4F59-727C-CB1E-3D2E-9D7CF908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61" y="447676"/>
            <a:ext cx="7150477" cy="508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70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54B7-01E0-C06E-757C-A2BAB714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C745F98-3097-FA3D-8D2F-B622BF018106}"/>
              </a:ext>
            </a:extLst>
          </p:cNvPr>
          <p:cNvSpPr txBox="1">
            <a:spLocks/>
          </p:cNvSpPr>
          <p:nvPr/>
        </p:nvSpPr>
        <p:spPr>
          <a:xfrm>
            <a:off x="5068752" y="5780404"/>
            <a:ext cx="2339938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Existe_Licencia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559846C1-5EC3-25C1-F06C-F937968A8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E11C6F1B-BAB5-9254-904B-9C6C9A74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19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4EF1FB-AFBC-A815-AE9C-95E584486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20" y="447676"/>
            <a:ext cx="7652559" cy="475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57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FFA11-1091-1C7C-DCBC-7B9ABE8B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B44048EA-D1F9-4348-8BE7-7FAF106E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727AD6D8-FB77-7B3D-DD84-41C7AD29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20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345448-145C-A39B-462C-D565C82F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73" y="1477052"/>
            <a:ext cx="3604713" cy="38792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BD714E5-F5C2-C943-4B35-FD51CDEA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 err="1"/>
              <a:t>Creación</a:t>
            </a:r>
            <a:r>
              <a:rPr lang="en-US" dirty="0"/>
              <a:t> de Views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D276E-C562-25D8-EF06-2F9770A80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498" y="1510394"/>
            <a:ext cx="3801005" cy="3686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2ECD9-3DAC-290C-F59F-7C397640F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16" y="1477052"/>
            <a:ext cx="3810532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6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32F1-E6F1-9569-7F30-E3503E9C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AF5B78-D15B-1085-F949-C95D385F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60" y="970471"/>
            <a:ext cx="6035040" cy="716089"/>
          </a:xfrm>
        </p:spPr>
        <p:txBody>
          <a:bodyPr lIns="0" anchor="t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71F64-621B-62A0-2597-C5D5DE5D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1686560"/>
            <a:ext cx="8473440" cy="4321452"/>
          </a:xfrm>
          <a:prstGeom prst="rect">
            <a:avLst/>
          </a:prstGeom>
          <a:noFill/>
        </p:spPr>
      </p:pic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500865E0-DCA0-6668-B85F-4FC45301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16CF0E84-9D92-36ED-C687-2F549CAA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21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94494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A8E5-0BFA-0C7E-E3E7-6E74F85A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24788B0-DC69-47E9-8CA2-CB916FCA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AC5D2177-4FE1-3F67-0298-3ED828A7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22</a:t>
            </a:fld>
            <a:endParaRPr lang="en-US" altLang="zh-CN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454BEF-A2EA-768F-EE78-A9FE5AD7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18" y="655320"/>
            <a:ext cx="3934503" cy="5547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83A434-327A-D8F8-97E8-804BE6476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679" y="2621111"/>
            <a:ext cx="6473413" cy="193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088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{EDE5C082-FDDA-4B79-8249-9B1D0AFD4E00}TF63aebcec-8e39-4664-940a-dd6c2f00c54d020a9832_win32-3cdd3ee32610</Template>
  <TotalTime>43</TotalTime>
  <Words>110</Words>
  <Application>Microsoft Office PowerPoint</Application>
  <PresentationFormat>Widescreen</PresentationFormat>
  <Paragraphs>66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Pruebas unitarias Scripts de BD GenMar  P03R01MDRE</vt:lpstr>
      <vt:lpstr>Creación de Base de Datos</vt:lpstr>
      <vt:lpstr>Creación de tablas</vt:lpstr>
      <vt:lpstr>Carga inicial</vt:lpstr>
      <vt:lpstr>Store Procedures Para Tabla Choferes</vt:lpstr>
      <vt:lpstr>PowerPoint Presentation</vt:lpstr>
      <vt:lpstr>PowerPoint Presentation</vt:lpstr>
      <vt:lpstr>PowerPoint Presentation</vt:lpstr>
      <vt:lpstr>Store Procedures Para Tabla Camiones</vt:lpstr>
      <vt:lpstr>PowerPoint Presentation</vt:lpstr>
      <vt:lpstr>PowerPoint Presentation</vt:lpstr>
      <vt:lpstr>PowerPoint Presentation</vt:lpstr>
      <vt:lpstr>Store Procedures Para Tabla Rutas</vt:lpstr>
      <vt:lpstr>PowerPoint Presentation</vt:lpstr>
      <vt:lpstr>PowerPoint Presentation</vt:lpstr>
      <vt:lpstr>PowerPoint Presentation</vt:lpstr>
      <vt:lpstr>Store Procedures Adicionales</vt:lpstr>
      <vt:lpstr>PowerPoint Presentation</vt:lpstr>
      <vt:lpstr>PowerPoint Presentation</vt:lpstr>
      <vt:lpstr>Creación de Views</vt:lpstr>
      <vt:lpstr>Ejecución de Contingencia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Moisés David Ramón Esteban</dc:creator>
  <cp:lastModifiedBy>Moisés David Ramón Esteban</cp:lastModifiedBy>
  <cp:revision>1</cp:revision>
  <dcterms:created xsi:type="dcterms:W3CDTF">2026-03-22T20:36:04Z</dcterms:created>
  <dcterms:modified xsi:type="dcterms:W3CDTF">2026-03-23T19:27:38Z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