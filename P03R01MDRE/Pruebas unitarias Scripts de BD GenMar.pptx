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92" r:id="rId5"/>
    <p:sldId id="299" r:id="rId6"/>
    <p:sldId id="297" r:id="rId7"/>
    <p:sldId id="261" r:id="rId8"/>
    <p:sldId id="298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39" autoAdjust="0"/>
  </p:normalViewPr>
  <p:slideViewPr>
    <p:cSldViewPr snapToGrid="0" showGuides="1">
      <p:cViewPr>
        <p:scale>
          <a:sx n="75" d="100"/>
          <a:sy n="75" d="100"/>
        </p:scale>
        <p:origin x="91" y="125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>
            <a:normAutofit/>
          </a:bodyPr>
          <a:lstStyle/>
          <a:p>
            <a:r>
              <a:rPr lang="en-US" altLang="zh-CN" dirty="0" err="1"/>
              <a:t>Pruebas</a:t>
            </a:r>
            <a:r>
              <a:rPr lang="en-US" altLang="zh-CN" dirty="0"/>
              <a:t> </a:t>
            </a:r>
            <a:r>
              <a:rPr lang="en-US" altLang="zh-CN" dirty="0" err="1"/>
              <a:t>unitarias</a:t>
            </a:r>
            <a:r>
              <a:rPr lang="en-US" altLang="zh-CN" dirty="0"/>
              <a:t> Scripts de BD </a:t>
            </a:r>
            <a:r>
              <a:rPr lang="en-US" altLang="zh-CN" dirty="0" err="1"/>
              <a:t>GenMar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P03R01MDRE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1725" cy="1314450"/>
          </a:xfrm>
        </p:spPr>
        <p:txBody>
          <a:bodyPr>
            <a:normAutofit/>
          </a:bodyPr>
          <a:lstStyle/>
          <a:p>
            <a:r>
              <a:rPr lang="en-US" dirty="0"/>
              <a:t>Moisés David Ramón Esteban</a:t>
            </a:r>
          </a:p>
        </p:txBody>
      </p:sp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9052A1-7D0D-9FCD-8F23-ECB89BA0F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5316476"/>
            <a:ext cx="4149213" cy="1084006"/>
          </a:xfrm>
        </p:spPr>
        <p:txBody>
          <a:bodyPr/>
          <a:lstStyle/>
          <a:p>
            <a:r>
              <a:rPr lang="es-MX" dirty="0"/>
              <a:t>Creación de Base de Datos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1B63A3-BA48-5A3A-49A0-55A6B663E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951" y="457518"/>
            <a:ext cx="10183646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3557"/>
            <a:ext cx="4320791" cy="676656"/>
          </a:xfrm>
        </p:spPr>
        <p:txBody>
          <a:bodyPr lIns="0" anchor="b" anchorCtr="0">
            <a:normAutofit/>
          </a:bodyPr>
          <a:lstStyle/>
          <a:p>
            <a:r>
              <a:rPr lang="en-US" dirty="0" err="1"/>
              <a:t>Creación</a:t>
            </a:r>
            <a:r>
              <a:rPr lang="en-US" dirty="0"/>
              <a:t> de </a:t>
            </a:r>
            <a:r>
              <a:rPr lang="en-US" dirty="0" err="1"/>
              <a:t>tablas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DF1C551A-B7AA-EFC7-3656-85B08A26CC60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3</a:t>
            </a:fld>
            <a:endParaRPr lang="en-US" altLang="zh-CN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B42E32-2321-B44A-B12F-C12EEE1AE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987" y="1000213"/>
            <a:ext cx="3663029" cy="30123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0C69E9F-F4AF-7DA8-B7E9-D3298C47E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29" y="4156867"/>
            <a:ext cx="3737987" cy="24261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7FA92A-B663-84F5-FB1F-702871295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535" y="1000213"/>
            <a:ext cx="3887469" cy="27944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4204DB-4795-8E81-D6C5-C511A778A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5050" y="3908593"/>
            <a:ext cx="4170438" cy="29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80" y="749808"/>
            <a:ext cx="3230880" cy="510032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Carga </a:t>
            </a:r>
            <a:r>
              <a:rPr lang="en-US" dirty="0" err="1"/>
              <a:t>inicial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8B7E92-96A8-B87B-9AAD-2C69462EB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80" y="1967209"/>
            <a:ext cx="10699251" cy="379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75490"/>
            <a:ext cx="9398000" cy="731520"/>
          </a:xfrm>
        </p:spPr>
        <p:txBody>
          <a:bodyPr lIns="0" anchor="b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n-US" dirty="0"/>
              <a:t>Store Procedures Para </a:t>
            </a:r>
            <a:r>
              <a:rPr lang="en-US" dirty="0" err="1"/>
              <a:t>Tabla</a:t>
            </a:r>
            <a:r>
              <a:rPr lang="en-US" dirty="0"/>
              <a:t> </a:t>
            </a:r>
            <a:r>
              <a:rPr lang="en-US" dirty="0" err="1"/>
              <a:t>Choferes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D69040A-BFAF-45C7-10D5-62C2002E9E20}"/>
              </a:ext>
            </a:extLst>
          </p:cNvPr>
          <p:cNvSpPr txBox="1">
            <a:spLocks/>
          </p:cNvSpPr>
          <p:nvPr/>
        </p:nvSpPr>
        <p:spPr>
          <a:xfrm>
            <a:off x="4465320" y="5801360"/>
            <a:ext cx="270764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ListarChoferesSP</a:t>
            </a:r>
            <a:endParaRPr lang="en-US" sz="3200" kern="1200" baseline="6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2945D3-DB8B-822F-62EB-32D57F27BD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662"/>
          <a:stretch>
            <a:fillRect/>
          </a:stretch>
        </p:blipFill>
        <p:spPr>
          <a:xfrm>
            <a:off x="3210560" y="852730"/>
            <a:ext cx="4886960" cy="4745430"/>
          </a:xfrm>
          <a:prstGeom prst="rect">
            <a:avLst/>
          </a:prstGeom>
          <a:noFill/>
        </p:spPr>
      </p:pic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F6DFC405-271E-FD29-7745-14E7098D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35A1F90C-C120-5EE9-CBD5-2FBD36F3E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5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817F3-D93D-DEC6-B87D-A66D30589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E996A34-8D52-81F1-5AE9-2327EB933E27}"/>
              </a:ext>
            </a:extLst>
          </p:cNvPr>
          <p:cNvSpPr txBox="1">
            <a:spLocks/>
          </p:cNvSpPr>
          <p:nvPr/>
        </p:nvSpPr>
        <p:spPr>
          <a:xfrm>
            <a:off x="4828539" y="5629590"/>
            <a:ext cx="253492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InsertarChoferSP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5BBB6206-29A2-4EAD-3B50-36266579B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A1719983-3F35-C994-65CF-6979C6C4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6</a:t>
            </a:fld>
            <a:endParaRPr lang="en-US" altLang="zh-CN" noProof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13A916-2A71-592B-84C7-3736BB233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575" y="598490"/>
            <a:ext cx="10612849" cy="448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94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35A21-95AC-4161-D290-4BEFF52C5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1058132-B454-BDCF-B9AB-7F665F2C96A0}"/>
              </a:ext>
            </a:extLst>
          </p:cNvPr>
          <p:cNvSpPr txBox="1">
            <a:spLocks/>
          </p:cNvSpPr>
          <p:nvPr/>
        </p:nvSpPr>
        <p:spPr>
          <a:xfrm>
            <a:off x="4828540" y="6228080"/>
            <a:ext cx="308610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ActualizarChoferesSP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27158C62-265C-0F27-4F98-1695D3BE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2C873D37-6149-23BA-9FDF-759E27F3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7</a:t>
            </a:fld>
            <a:endParaRPr lang="en-US" altLang="zh-CN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63B576-335A-097C-EE49-CD204F472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669" y="264160"/>
            <a:ext cx="4404661" cy="564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49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4582F-A56E-FE96-0421-4A493115D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A1A80DD-30F0-52D7-AC3F-8B55AD45D933}"/>
              </a:ext>
            </a:extLst>
          </p:cNvPr>
          <p:cNvSpPr txBox="1">
            <a:spLocks/>
          </p:cNvSpPr>
          <p:nvPr/>
        </p:nvSpPr>
        <p:spPr>
          <a:xfrm>
            <a:off x="4828540" y="4836160"/>
            <a:ext cx="308610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EliminarChoferesSP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72FC779D-A642-3BBE-1E05-DA15CF5DB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F969C150-EE0B-FB0B-B808-05EB19883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8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D927F9-02A6-95D4-AAC3-4107FA90C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717" y="756031"/>
            <a:ext cx="6239746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11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D94F9-FA22-7E82-F3BE-BB3954E14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30B9A-2D0A-D72F-5E5D-6F02671D0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75490"/>
            <a:ext cx="9398000" cy="731520"/>
          </a:xfrm>
        </p:spPr>
        <p:txBody>
          <a:bodyPr lIns="0" anchor="b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n-US" dirty="0"/>
              <a:t>Store Procedures Para </a:t>
            </a:r>
            <a:r>
              <a:rPr lang="en-US" dirty="0" err="1"/>
              <a:t>Tabla</a:t>
            </a:r>
            <a:r>
              <a:rPr lang="en-US" dirty="0"/>
              <a:t> </a:t>
            </a:r>
            <a:r>
              <a:rPr lang="en-US" dirty="0" err="1"/>
              <a:t>Camiones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BA5ADE9-D212-679F-CEF7-99A8A1356E9A}"/>
              </a:ext>
            </a:extLst>
          </p:cNvPr>
          <p:cNvSpPr txBox="1">
            <a:spLocks/>
          </p:cNvSpPr>
          <p:nvPr/>
        </p:nvSpPr>
        <p:spPr>
          <a:xfrm>
            <a:off x="4465320" y="5801360"/>
            <a:ext cx="270764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ListarCamionesSP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D8A2AEC4-767E-D89F-4E6E-C1AD68E4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284952F5-2C35-B9A3-2520-1E1DC2F2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9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42A86C-2FAB-62FD-1462-A3535956F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452" y="1413208"/>
            <a:ext cx="5201376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00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D98A8-F99B-6F31-DC4F-9B40AAD74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5FA63E6-9E75-8474-FD70-1B60B7C85E83}"/>
              </a:ext>
            </a:extLst>
          </p:cNvPr>
          <p:cNvSpPr txBox="1">
            <a:spLocks/>
          </p:cNvSpPr>
          <p:nvPr/>
        </p:nvSpPr>
        <p:spPr>
          <a:xfrm>
            <a:off x="4706620" y="5283200"/>
            <a:ext cx="308610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InsertarCamionesSP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FF5777D-2D03-2D80-DE44-75652019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5BFFE82A-6BF1-3489-FD83-83040627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10</a:t>
            </a:fld>
            <a:endParaRPr lang="en-US" altLang="zh-CN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4E640A-3D63-267C-D7E7-A77B4B756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144" y="477341"/>
            <a:ext cx="9242891" cy="435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919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F20E6-05AF-3840-A0B8-5C38EE8FC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78D21A0-C8ED-7FAA-A6E0-9AAA654947C7}"/>
              </a:ext>
            </a:extLst>
          </p:cNvPr>
          <p:cNvSpPr txBox="1">
            <a:spLocks/>
          </p:cNvSpPr>
          <p:nvPr/>
        </p:nvSpPr>
        <p:spPr>
          <a:xfrm>
            <a:off x="4643152" y="6400482"/>
            <a:ext cx="3328032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ActualizarCamionesSP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B6E41A50-07B2-5302-8118-729B0BD0D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847805F4-48CA-554A-7C7E-E9CB4228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11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755296-912A-6289-814C-6EB60F24A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016" y="150308"/>
            <a:ext cx="4698304" cy="616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268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D4131-6AC2-7940-7260-1B013EAAF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F76DB17-3887-336D-5AC5-0C2949F8A564}"/>
              </a:ext>
            </a:extLst>
          </p:cNvPr>
          <p:cNvSpPr txBox="1">
            <a:spLocks/>
          </p:cNvSpPr>
          <p:nvPr/>
        </p:nvSpPr>
        <p:spPr>
          <a:xfrm>
            <a:off x="4592352" y="5039042"/>
            <a:ext cx="3328032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EliminarCamionesSP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CC32D49D-9DAD-C5CC-A562-469E6007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63C36BA1-7647-B466-235E-8BDED564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12</a:t>
            </a:fld>
            <a:endParaRPr lang="en-US" altLang="zh-CN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46C493-96F9-3DC3-980B-F4D75977C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732" y="959864"/>
            <a:ext cx="6249272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357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B05B1-7996-B278-83F7-2A6451F49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D31A8-80EE-0440-B959-02E3F0C3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75490"/>
            <a:ext cx="9398000" cy="731520"/>
          </a:xfrm>
        </p:spPr>
        <p:txBody>
          <a:bodyPr lIns="0" anchor="b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n-US" dirty="0"/>
              <a:t>Store Procedures Para </a:t>
            </a:r>
            <a:r>
              <a:rPr lang="en-US" dirty="0" err="1"/>
              <a:t>Tabla</a:t>
            </a:r>
            <a:r>
              <a:rPr lang="en-US" dirty="0"/>
              <a:t> Rutas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92DC958-4DB1-B201-B0D7-7529D73B2928}"/>
              </a:ext>
            </a:extLst>
          </p:cNvPr>
          <p:cNvSpPr txBox="1">
            <a:spLocks/>
          </p:cNvSpPr>
          <p:nvPr/>
        </p:nvSpPr>
        <p:spPr>
          <a:xfrm>
            <a:off x="4742180" y="5780404"/>
            <a:ext cx="270764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ListarRutasSP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81988067-010D-861E-C410-AA06D9F9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63DC600E-BD90-9127-BF9B-C4667E5FD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13</a:t>
            </a:fld>
            <a:endParaRPr lang="en-US" altLang="zh-CN" noProof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C52364-A2E8-28A1-449B-E716B669F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940" y="1262436"/>
            <a:ext cx="5115639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550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01821-C003-8A42-AE4C-FBBA2E3C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98472F3-EF1D-13C0-AE54-879117CE6435}"/>
              </a:ext>
            </a:extLst>
          </p:cNvPr>
          <p:cNvSpPr txBox="1">
            <a:spLocks/>
          </p:cNvSpPr>
          <p:nvPr/>
        </p:nvSpPr>
        <p:spPr>
          <a:xfrm>
            <a:off x="4706620" y="5283200"/>
            <a:ext cx="3086100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InsertarRutasSP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B3B2DB6B-A9FF-3A18-3962-FAB18486F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8BB37347-2E7C-0AA1-5132-E730F51A0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14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10FF79-403E-7800-7526-45C834455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131" y="542294"/>
            <a:ext cx="9897630" cy="447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643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44E9-B7BF-0DD8-D53B-93072100E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6F772A1-318A-03C1-EB3F-418872E418ED}"/>
              </a:ext>
            </a:extLst>
          </p:cNvPr>
          <p:cNvSpPr txBox="1">
            <a:spLocks/>
          </p:cNvSpPr>
          <p:nvPr/>
        </p:nvSpPr>
        <p:spPr>
          <a:xfrm>
            <a:off x="4622832" y="5749924"/>
            <a:ext cx="3328032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ActualizarRutasSP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886A92CD-BF9E-D6C3-FDBC-C3A0C681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C9CEC95F-7240-37EF-47AC-F33A0B9C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15</a:t>
            </a:fld>
            <a:endParaRPr lang="en-US" altLang="zh-CN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E79465-987B-23A9-B6AA-9D01B9134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781" y="223520"/>
            <a:ext cx="3842437" cy="534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8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C566F-27E5-697D-3C9A-DDE818468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C9EB6B0-DCFB-48CD-D3FF-835A346C24FA}"/>
              </a:ext>
            </a:extLst>
          </p:cNvPr>
          <p:cNvSpPr txBox="1">
            <a:spLocks/>
          </p:cNvSpPr>
          <p:nvPr/>
        </p:nvSpPr>
        <p:spPr>
          <a:xfrm>
            <a:off x="4592352" y="5039042"/>
            <a:ext cx="3328032" cy="629920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500"/>
              </a:spcBef>
            </a:pPr>
            <a:r>
              <a:rPr lang="en-US" sz="3200" kern="1200" baseline="6000" dirty="0" err="1"/>
              <a:t>EliminarRutasSP</a:t>
            </a:r>
            <a:endParaRPr lang="en-US" sz="3200" kern="1200" baseline="6000" dirty="0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680F15AB-04E8-19F3-87E6-31068F0D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C28BD77D-A4DC-3BD9-DDF2-315EEEE11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16</a:t>
            </a:fld>
            <a:endParaRPr lang="en-US" altLang="zh-CN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639B5D-D1CB-6AAB-2C94-60FCA621E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864" y="844609"/>
            <a:ext cx="5706271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93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FFA11-1091-1C7C-DCBC-7B9ABE8B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B44048EA-D1F9-4348-8BE7-7FAF106E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727AD6D8-FB77-7B3D-DD84-41C7AD29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17</a:t>
            </a:fld>
            <a:endParaRPr lang="en-US" altLang="zh-CN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345448-145C-A39B-462C-D565C82F4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73" y="1477052"/>
            <a:ext cx="3604713" cy="387924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BD714E5-F5C2-C943-4B35-FD51CDEA6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75490"/>
            <a:ext cx="9398000" cy="731520"/>
          </a:xfrm>
        </p:spPr>
        <p:txBody>
          <a:bodyPr lIns="0" anchor="b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n-US" dirty="0" err="1"/>
              <a:t>Creación</a:t>
            </a:r>
            <a:r>
              <a:rPr lang="en-US" dirty="0"/>
              <a:t> de Views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AD276E-C562-25D8-EF06-2F9770A80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498" y="1510394"/>
            <a:ext cx="3801005" cy="3686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82ECD9-3DAC-290C-F59F-7C397640F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16" y="1477052"/>
            <a:ext cx="3810532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76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632F1-E6F1-9569-7F30-E3503E9C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AF5B78-D15B-1085-F949-C95D385F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160" y="970471"/>
            <a:ext cx="6035040" cy="716089"/>
          </a:xfrm>
        </p:spPr>
        <p:txBody>
          <a:bodyPr lIns="0" anchor="t" anchorCtr="0">
            <a:normAutofit/>
          </a:bodyPr>
          <a:lstStyle/>
          <a:p>
            <a:pPr>
              <a:spcBef>
                <a:spcPts val="1500"/>
              </a:spcBef>
            </a:pPr>
            <a:r>
              <a:rPr lang="es-MX" dirty="0"/>
              <a:t>Ejecución de Contingencia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71F64-621B-62A0-2597-C5D5DE5D7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0" y="1686560"/>
            <a:ext cx="8473440" cy="4321452"/>
          </a:xfrm>
          <a:prstGeom prst="rect">
            <a:avLst/>
          </a:prstGeom>
          <a:noFill/>
        </p:spPr>
      </p:pic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500865E0-DCA0-6668-B85F-4FC45301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16CF0E84-9D92-36ED-C687-2F549CAAF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18</a:t>
            </a:fld>
            <a:endParaRPr lang="en-US" altLang="zh-CN" noProof="0"/>
          </a:p>
        </p:txBody>
      </p:sp>
    </p:spTree>
    <p:extLst>
      <p:ext uri="{BB962C8B-B14F-4D97-AF65-F5344CB8AC3E}">
        <p14:creationId xmlns:p14="http://schemas.microsoft.com/office/powerpoint/2010/main" val="494494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BA8E5-0BFA-0C7E-E3E7-6E74F85A3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824788B0-DC69-47E9-8CA2-CB916FCA6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BD12358-51D2-46B3-9BDE-DF29528B9454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17" name="Slide Number Placeholder 4" hidden="1">
            <a:extLst>
              <a:ext uri="{FF2B5EF4-FFF2-40B4-BE49-F238E27FC236}">
                <a16:creationId xmlns:a16="http://schemas.microsoft.com/office/drawing/2014/main" id="{AC5D2177-4FE1-3F67-0298-3ED828A76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4169" y="6217920"/>
            <a:ext cx="45859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noProof="0" smtClean="0"/>
              <a:pPr>
                <a:spcAft>
                  <a:spcPts val="600"/>
                </a:spcAft>
              </a:pPr>
              <a:t>19</a:t>
            </a:fld>
            <a:endParaRPr lang="en-US" altLang="zh-CN" noProof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454BEF-A2EA-768F-EE78-A9FE5AD75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718" y="655320"/>
            <a:ext cx="3934503" cy="55473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83A434-327A-D8F8-97E8-804BE6476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679" y="2621111"/>
            <a:ext cx="6473413" cy="193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0882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{EDE5C082-FDDA-4B79-8249-9B1D0AFD4E00}TF63aebcec-8e39-4664-940a-dd6c2f00c54d020a9832_win32-3cdd3ee32610</Template>
  <TotalTime>37</TotalTime>
  <Words>90</Words>
  <Application>Microsoft Office PowerPoint</Application>
  <PresentationFormat>Widescreen</PresentationFormat>
  <Paragraphs>56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Pruebas unitarias Scripts de BD GenMar  P03R01MDRE</vt:lpstr>
      <vt:lpstr>Creación de Base de Datos</vt:lpstr>
      <vt:lpstr>Creación de tablas</vt:lpstr>
      <vt:lpstr>Carga inicial</vt:lpstr>
      <vt:lpstr>Store Procedures Para Tabla Choferes</vt:lpstr>
      <vt:lpstr>PowerPoint Presentation</vt:lpstr>
      <vt:lpstr>PowerPoint Presentation</vt:lpstr>
      <vt:lpstr>PowerPoint Presentation</vt:lpstr>
      <vt:lpstr>Store Procedures Para Tabla Camiones</vt:lpstr>
      <vt:lpstr>PowerPoint Presentation</vt:lpstr>
      <vt:lpstr>PowerPoint Presentation</vt:lpstr>
      <vt:lpstr>PowerPoint Presentation</vt:lpstr>
      <vt:lpstr>Store Procedures Para Tabla Rutas</vt:lpstr>
      <vt:lpstr>PowerPoint Presentation</vt:lpstr>
      <vt:lpstr>PowerPoint Presentation</vt:lpstr>
      <vt:lpstr>PowerPoint Presentation</vt:lpstr>
      <vt:lpstr>Creación de Views</vt:lpstr>
      <vt:lpstr>Ejecución de Contingencia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Moisés David Ramón Esteban</dc:creator>
  <cp:lastModifiedBy>Moisés David Ramón Esteban</cp:lastModifiedBy>
  <cp:revision>1</cp:revision>
  <dcterms:created xsi:type="dcterms:W3CDTF">2026-03-22T20:36:04Z</dcterms:created>
  <dcterms:modified xsi:type="dcterms:W3CDTF">2026-03-22T21:13:47Z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